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Movie Recommendation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AIL303m - Machine Learning Minicapstone</a:t>
            </a:r>
          </a:p>
          <a:p/>
          <a:p>
            <a:r>
              <a:t>Team 5 Members: Hải, Minh, Đức, Chung, Dương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Information overload: Users face huge catalogs on streaming platforms.</a:t>
            </a:r>
          </a:p>
          <a:p>
            <a:pPr/>
            <a:r>
              <a:t>Recommender Systems help filter relevant content based on history.</a:t>
            </a:r>
          </a:p>
          <a:p>
            <a:pPr/>
            <a:r>
              <a:t>Goal: Accurately predict ratings and generate personalized Top-N suggestions.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MovieLens ml-latest-small</a:t>
            </a:r>
          </a:p>
          <a:p>
            <a:pPr/>
            <a:r>
              <a:t>100k Ratings across 610 Users and 9.7k Movies.</a:t>
            </a:r>
          </a:p>
          <a:p>
            <a:pPr/>
            <a:r>
              <a:t>High Sparsity: ~98.3% (Missing data is the main challenge).</a:t>
            </a:r>
          </a:p>
        </p:txBody>
      </p:sp>
      <p:pic>
        <p:nvPicPr>
          <p:cNvPr id="4" name="Picture 3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5760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Baseline: Global Mean fallback.</a:t>
            </a:r>
          </a:p>
          <a:p>
            <a:pPr/>
            <a:r>
              <a:t>Advanced Model: Non-negative Matrix Factorization (NMF).</a:t>
            </a:r>
          </a:p>
          <a:p>
            <a:pPr/>
            <a:r>
              <a:t>Why NMF? It effectively learns latent factors from highly sparse matrices.</a:t>
            </a:r>
          </a:p>
        </p:txBody>
      </p:sp>
      <p:pic>
        <p:nvPicPr>
          <p:cNvPr id="4" name="Picture 3" descr="pipeline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5486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Pointwise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RMSE/MAE: 1.0488 / 0.8316</a:t>
            </a:r>
          </a:p>
          <a:p>
            <a:pPr/>
            <a:r>
              <a:t>NMF RMSE/MAE: 1.0365 / 0.8212</a:t>
            </a:r>
          </a:p>
          <a:p>
            <a:pPr/>
            <a:r>
              <a:t>Improvement: +1.18% (RMSE) and +1.25% (MAE).</a:t>
            </a:r>
          </a:p>
        </p:txBody>
      </p:sp>
      <p:pic>
        <p:nvPicPr>
          <p:cNvPr id="4" name="Picture 3" descr="baseline_vs_nmf_rmse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51206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Ranking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precision errors, ranking is crucial for user experience.</a:t>
            </a:r>
          </a:p>
          <a:p>
            <a:pPr/>
            <a:r>
              <a:t>Precision@10: 60.23% (User enjoys 6/10 recommended movies).</a:t>
            </a:r>
          </a:p>
          <a:p>
            <a:pPr/>
            <a:r>
              <a:t>NDCG@10: 0.8056, MRR@10: 0.8628.</a:t>
            </a:r>
          </a:p>
        </p:txBody>
      </p:sp>
      <p:pic>
        <p:nvPicPr>
          <p:cNvPr id="4" name="Picture 3" descr="ranking_metrics_at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57607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Moderate ~1% gain is a hard physical limit for highly sparse, explicit static data.</a:t>
            </a:r>
          </a:p>
          <a:p>
            <a:pPr/>
            <a:r>
              <a:t>Fallback strategy (Popularity) must be used for Cold-Start users.</a:t>
            </a:r>
          </a:p>
          <a:p>
            <a:pPr/>
            <a:r>
              <a:t>Conclusion: The Matrix Factorization pipeline systematically outperforms aggregations.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